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thank the volunteers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about the budget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Orion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Mission overview and launch timeline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Downlink rate is 2 Mbps from the probe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Schedule the thermal vacuum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